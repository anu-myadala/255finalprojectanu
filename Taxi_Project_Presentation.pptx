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everyone, I'm Anukrithi Myadala presenting my CMPE 255 final project. This project analyzes nearly 3 million yellow taxi trip records from January 2024. After cleaning we have 2,797,016 usable trips and a modeling sample of 398,169. We implement every major algorithm family from scratch in NumPy. No scikit-learn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tackle five research questions and three formal hypothesis tests. Our best fare model explains 92% of fare variance. We also test whether airport trips have higher fares, rush hour trips take longer, and weekend tip rates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 comes from two public NYC TLC datasets. The main file has 2,964,624 rows and 19 columns. We designed a star schema with Trip_Fact at center and four dimension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from 2,964,624 raw rows, we apply 12 cleaning steps. Critical choice: percentile clipping instead of IQR. IQR had an upper bound of just 4.86 miles, removing all airport trips. We also excluded payment_type from the tip model to prevent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uses the full cleaned dataset. Volume peaks 5-7 PM and crashes after midnight. This demand profile informs our K-means clustering and Poisson count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heatmap reveals Friday and Saturday late nights are uniquely active. Sunday morning is the quietest slot. Weekday mornings show consistent commute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Fare and distance are both right-skewed. This motivates the log-linear model for duration. Percentile clipping preserves trips up to about 19 miles including airport 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Manhattan dominates with about 95% of yellow-cab pickups. The correlation heatmap shows fare and distance at r=0.81. Passenger count has near-zero correlation with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regression families from scratch. Multi-variable linear achieves R-squared 0.925. Log-linear confirms duration is log-normal. Poisson reveals overdispersion at 407x. Logistic predicts tips with AUC 0.591 without the leaked payment_type.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metrics with 5-fold CV. Low standard deviations confirm models generalize well. The residual plot shows multi-variable linear residuals are well-behaved.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CART tree achieves AUC 0.648 — near random. This is a meaningful NEGATIVE finding: trip characteristics are time-invariant. A cab ride at 3 PM looks like one at 8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K-means++ with 10 restarts groups zones into 4 archetypes. Automatic elbow detection selected k=4. Silhouette 0.365 indicates moderate overlap, expected for urban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DBSCAN finds 1 dense clusters and flags 8 outlier zones. JFK and LaGuardia stand out with airport_share =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real Apriori with level-wise candidate generation and downward-closure pruning, not just pair counting. Transactions include zone-level items, borough, rush hour, and weekend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reduces 8 dimensions to 4 while keeping 90% of variance. The top 2 components are used for the 2D scatter visualizations.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logistic tip classifier achieves AUC 0.591 without the leaked payment_type. The decision tree's AUC 0.648 is a confirmed negative result. We identified and removed the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Targeting the top 20% captures 21.4% of tippers — a lift of 1.071x over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formal tests, all from scratch. H1: Airport fares significantly higher. H2: Rush-hour trips significantly longer. H3: Weekend tip rates differ. All confirmed with p &lt;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5-fold cross-validation from scratch. Simple linear: 0.8916 ± 0.0015. Multi-variable: 0.9238 ± 0.0025. Logistic: 0.5892 ± 0.0027. Low standard deviations confirm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results in one place. Multi-variable linear is our best fare model at R-squared 0.925. K-means++ with k=4. DBSCAN flags 8 anomalous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key insights. Fare prediction solved. Duration is log-normal. Poisson surfaces overdispersion. Data leakage caught. Outer-borough patterns reveal fleet-positioning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delivered a complete pipeline from 2,964,624 raw rows to 10+ models, all from scratch. Validated with CV, tested hypotheses, caught data leakage. Everything reproducible from one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switch to the live dashboard. Built with Plotly.js, fully client-side. Powered by 398,169 real trips. All filters update all charts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shows the complete workflow from problem definition through deployment, mirroring the 12-step process taught in CMPE 255.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 NYC TLC public data, Han Pei Tong textbook, Python stack. All algorithms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 I'm happy to take questions about any part of the pipeline, the from-scratch implementations, the data leakage finding, or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alibri"/>
              </a:defRPr>
            </a:pPr>
            <a:r>
              <a:t>DATA MINING  ·  CMPE 255  ·  SPRING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Mining the Pulse</a:t>
            </a:r>
            <a:br/>
            <a:r>
              <a:t>of New York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Demand, fare, and tip patterns from 2.96 M January 2024 yellow-cab trips —</a:t>
            </a:r>
            <a:br/>
            <a:r>
              <a:t>five regression types, decision-tree, K-means++, DBSCAN,</a:t>
            </a:r>
            <a:br/>
            <a:r>
              <a:t>Apriori, PCA, hypothesis testing, and a live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Anukrithi Myadala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2.96M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RAW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2.80M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CLEANED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19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398,169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Why mining 3 million taxi trips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NYC processes ~100K yellow-cab trips per day. Drivers waste capacity in Manhattan while outer-borough demand goes unserved. Tip revenue is unpredictable. Airport pricing is opaque.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  What features predict fare? → Multi-var linear (R² = 0.92)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  Is duration log-normal? → Log-linear (skew 3.09 → -0.05)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  Can we forecast hourly counts? → Poisson GLM (IRLS)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  Which trips get tips? → Logistic — no data leakage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Q5  Are there zone archetypes? → K-means++ with restarts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H1  Airport fares &gt; non-airport → Welch’s t-test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H2  Rush-hour trips longer → Welch’s t-test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H3  Weekend tip rates differ → χ²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Source &amp; Star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NYC TLC public trip records + zone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yellow_tripdata_2024-01.csv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2,964,624 rows × 19 columns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Timestamps, zone IDs, fare, tip, distance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taxi_zone_lookup.csv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265 zones with borough + zone name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Star Schema: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Fact: Trip_Fact (1 row = 1 trip)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Dims: Zone, Time, Payment, Vendor</a:t>
            </a:r>
          </a:p>
        </p:txBody>
      </p:sp>
      <p:pic>
        <p:nvPicPr>
          <p:cNvPr id="5" name="Picture 4" descr="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2927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12 cleaning steps + percentile clipping +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Drop core NULLs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2–4.  Filter fare ≥ 0, total ≥ 0, tip ≥ 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5–6.  Distance: 0 ≤ d ≤ 100 mi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7.  Enforce pickup &lt; dropoff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8.  Restrict to January 2024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9.  Duration: 1 min ≤ d ≤ 6 hr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10.  Passengers: 1–6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11.  Percentile clip (1st–99th pctl)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→ Preserves airport trips!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→ IQR cut all trips &gt; 4.86 mi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12.  Stratified sample → 398,169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Features engineered: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duration_min, speed_mph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hour, day_of_week, is_weekend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is_rush_hour, is_airport_pickup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has_tip, tip_pct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Zone joins from lookup CSV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Data leakage prevented: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payment_type EXCLUDED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TLC only records credit-card tips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Including it = target leakage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Result: 2,964,624 → 2,797,016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EDA · Trip Volume by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When are New Yorkers in cabs? (full cleaned data)</a:t>
            </a:r>
          </a:p>
        </p:txBody>
      </p:sp>
      <p:pic>
        <p:nvPicPr>
          <p:cNvPr id="4" name="Picture 3" descr="01_hour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55904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EDA · Day-of-Week × Hour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Friday/Saturday late nights are uniquely active — the nightlife signal</a:t>
            </a:r>
          </a:p>
        </p:txBody>
      </p:sp>
      <p:pic>
        <p:nvPicPr>
          <p:cNvPr id="4" name="Picture 3" descr="02_dow_hou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50051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EDA · Fare &amp; Distance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Both right-skewed after percentile clipping (full cleaned data)</a:t>
            </a:r>
          </a:p>
        </p:txBody>
      </p:sp>
      <p:pic>
        <p:nvPicPr>
          <p:cNvPr id="4" name="Picture 3" descr="03_fare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3395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EDA · Borough Volume &amp; Correlations</a:t>
            </a:r>
          </a:p>
        </p:txBody>
      </p:sp>
      <p:pic>
        <p:nvPicPr>
          <p:cNvPr id="3" name="Picture 2" descr="04_borough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3120149"/>
          </a:xfrm>
          <a:prstGeom prst="rect">
            <a:avLst/>
          </a:prstGeom>
        </p:spPr>
      </p:pic>
      <p:pic>
        <p:nvPicPr>
          <p:cNvPr id="4" name="Picture 3" descr="05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4265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Five Regression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All from scratch in NumPy — no sklearn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Simple Linear: fare ~ distance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Closed-form normal equations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Multi-Variable Linear: fare ~ 8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R² = 0.925, RMSE = $3.86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Log-Linear: log(duration) ~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Skew 3.09 → -0.05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Poisson GLM: hourly counts (IRLS)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Dispersion = 407× (overdispersed)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Logistic: P(tip &gt; 0)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No credit-card feature (leakage)</a:t>
            </a:r>
          </a:p>
        </p:txBody>
      </p:sp>
      <p:pic>
        <p:nvPicPr>
          <p:cNvPr id="5" name="Picture 4" descr="06_regression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9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Regression Results &amp;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5-fold CV implemented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Simple Linear R²:       0.893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5-fold CV R²:         0.8916 ± 0.0015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Multi-Var Linear R²:    0.925  ← Best fare model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5-fold CV R²:         0.9238 ± 0.0025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RMSE:                 $3.86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Log-Linear R² (log):    0.468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Poisson pseudo-R²:      0.589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Dispersion:           407× (overdispersed)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Logistic AUC:           0.591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5-fold CV AUC:        0.5892 ± 0.0027</a:t>
            </a:r>
          </a:p>
        </p:txBody>
      </p:sp>
      <p:pic>
        <p:nvPicPr>
          <p:cNvPr id="5" name="Picture 4" descr="13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2895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Decision Tree (CART / Gini)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Peak vs off-peak, depth 6 · AUC = 0.648 — a meaningful negative result</a:t>
            </a:r>
          </a:p>
        </p:txBody>
      </p:sp>
      <p:pic>
        <p:nvPicPr>
          <p:cNvPr id="4" name="Picture 3" descr="07_dt_cm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3761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Acc 0.608  |  Prec 0.395  |  Rec 0.634  |  F1 0.486  |  AUC 0.648     Key insight: trip features are time-invariant.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K-Means++ Zone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k = 4 (auto-detected) · Silhouette = 0.365 · k-means++ with 10 restarts</a:t>
            </a:r>
          </a:p>
        </p:txBody>
      </p:sp>
      <p:pic>
        <p:nvPicPr>
          <p:cNvPr id="4" name="Picture 3" descr="08_kmeans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4463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Nightlife / Evening (37 zones)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Airport Feeder (2 zones)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Dense High-Volume Core (53 zones)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Morning Commute (42 zones)</a:t>
            </a:r>
          </a:p>
        </p:txBody>
      </p:sp>
      <p:pic>
        <p:nvPicPr>
          <p:cNvPr id="6" name="Picture 5" descr="15_kmeans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14800"/>
            <a:ext cx="4389120" cy="20523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DBSCAN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ε = 1.2, min_pts = 4 · 1 clusters, 8 outliers</a:t>
            </a:r>
          </a:p>
        </p:txBody>
      </p:sp>
      <p:pic>
        <p:nvPicPr>
          <p:cNvPr id="4" name="Picture 3" descr="09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449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Top outlier zones: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JFK Airport (Queens) — airport=100%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LaGuardia Airport (Queens) — airport=100%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East Elmhurst (Queens) — airport=0%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Cobble Hill (Brooklyn) — airport=0%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Springfield Gardens South (Queens) — airport=0%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JFK &amp; LaGuardia stand out: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airport_share = 1.0 is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Apriori Association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Real Apriori: candidate generation + downward-closure pruning, zone level</a:t>
            </a:r>
          </a:p>
        </p:txBody>
      </p:sp>
      <p:pic>
        <p:nvPicPr>
          <p:cNvPr id="4" name="Picture 3" descr="10_apriori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0607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Algorithm: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• Level-wise candidate gen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• Downward-closure pruning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• Itemsets up to size 4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DO_bor=Queens, PU_bor=Manhattan → DO=LaGuardia Airport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Lift 25.37 · Conf 0.38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DO_bor=Manhattan, PU_bor=Queens, rush=yes → PU=LaGuardia Airport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Lift 18.25 · Conf 0.463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DO_bor=Manhattan, PU_bor=Queens → PU=LaGuardia Airport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Lift 17.2 · Conf 0.436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Mining · PCA Variance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4 of 8 components capture ≥90% variance</a:t>
            </a:r>
          </a:p>
        </p:txBody>
      </p:sp>
      <p:pic>
        <p:nvPicPr>
          <p:cNvPr id="4" name="Picture 3" descr="12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858000" cy="3979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4630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From-scratch implementation: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Standardize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Covariance matrix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Eigendecomposition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Sort by explained variance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4 components for 90%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Dimensionality: 8 → 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Used for K-Means/DBSCAN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2D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· ROC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Logistic tip classifier vs Decision Tree peak-hour classifier</a:t>
            </a:r>
          </a:p>
        </p:txBody>
      </p:sp>
      <p:pic>
        <p:nvPicPr>
          <p:cNvPr id="4" name="Picture 3" descr="14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400800" cy="5183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Logistic AUC: 0.591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5-fold CV: 0.5892 ± 0.0027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No credit-card leakage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Decision Tree AUC: 0.648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Negative result — features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don’t discriminate time-of-day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Data leakage note: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payment_type removed because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TLC only records credit-card tips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Including it inflated AUC to 0.93+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· Lift &amp; Cumulative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Top 20% captures 21.4% of tippers — 1.071× lift</a:t>
            </a:r>
          </a:p>
        </p:txBody>
      </p:sp>
      <p:pic>
        <p:nvPicPr>
          <p:cNvPr id="4" name="Picture 3" descr="11_lift_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0972800" cy="4304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Three formal tests — all implemented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H1: Airport fares &gt; non-airport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Mean: $49.08 vs $15.54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p = 0.00e+00 → ✓ SIGNIFICANT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H2: Rush-hour duration &gt; off-peak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Mean: 14.7 min vs 14.0 min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p = 1.59e-69 → ✓ SIGNIFICANT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H3: Weekend tip rate != weekday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Weekend: 74.6% vs Weekday: 75.4%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p = 3.08e-08 → ✓ SIGNIFICANT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From scratch — verifies models generalize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Simple Linear:       5-fold R² = 0.8916 ± 0.0015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Multi-Var Linear:    5-fold R² = 0.9238 ± 0.0025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Logistic Tip:        5-fold AUC = 0.5892 ± 0.0027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Why it matters: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Single 80/20 split is sensitive to random seed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K-fold averages over 5 different test sets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± standard deviation shows model stability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Low std = no overfitting concern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Implementation: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kfold_indices() generates non-overlapping folds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Each fold: standardize on train, predict on test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Report mean ± std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Headline metric for every model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Regression: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Simple Linear:     R² = 0.893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Multi-Var Linear:  R² = 0.925, RMSE = $3.86  ← Best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Log-Linear:        R² = 0.468 (log space)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Poisson GLM:       pseudo-R² = 0.589, dispersion = 407×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Classification: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Logistic (tip):    AUC = 0.591, F1 = 0.667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Decision Tree:     AUC = 0.648 (negative result)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Unsupervised: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K-Means++:  k = 4, silhouette = 0.365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DBSCAN:     1 clusters, 8 outliers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PCA:        4/8 components for 90%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Apriori:    Zone-level, real candidate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Knowledge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Five operational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Fare prediction is solved: 8 features → R² = 0.92, $3.86 RMSE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Duration is log-normal: skew 3.09 → -0.05 after log transform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Hourly counts are overdispersed (407×) — Negative Binomial needed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Tip prediction without payment_type gives honest metrics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Removing leakage = data science integrity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Outer-borough trips stay local — fleet-positioning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What we delivered: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Cleaned 2,964,624 → 2,797,016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5 regression families from scratch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Best model: R² 0.92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5-fold cross-validation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3 hypothesis tests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K-means++ with auto elbow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DBSCAN: 8 outlier zones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Real Apriori at zone level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PCA: 4/8 components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Interactive Plotly dashboard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✓ Data leakage caught &amp; 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Future work: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Negative Binomial GLM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Spatial DBSCAN on lat/long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Per-cluster fare/tip models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Streaming pipeline (Kafka+Spark)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Temporal train/test split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Fairness audit across boroughs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Reproducibility: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Single script: taxi_analysis.py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All paths portable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Every metric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Dashboard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Open Taxi_Interactive_Dashboard.html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Dashboard features: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KPI cards: trip count, avg fare, avg distance, tip rate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Filters: borough, day type, cluster, hour range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Charts: hourly volume, borough bars, fare histogram,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distance vs fare scatter, tip rate by hour, cluster pie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Built with Plotly.js — fully client-side, no server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Powered by 398,169 real January 2024 trips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All filters update all charts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End-to-End Pipeline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Calibri"/>
              </a:defRPr>
            </a:pPr>
            <a:r>
              <a:t>From raw data to knowledge discovery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4504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Data: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NYC TLC Trip Records — nyc.gov/site/tlc/about/tlc-trip-record-data.page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Taxi Zone Lookup — published by TLC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Textbook: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Han, Pei &amp; Tong — Data Mining: Concepts and Techniques, 4th Ed. (2023)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Tools: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Python 3, NumPy, pandas, matplotlib, seaborn, Plotly.js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• All algorithms implemented from scratch (no sklearn)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D948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Data Mining  ·  Spring 2026</a:t>
            </a:r>
            <a:br/>
            <a:r>
              <a:t>Prof. Vidhyacharan Bhaskar  ·  San José State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Anukrithi Myadala  ·  CMPE 255  ·  NYC Taxi Mining          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